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2"/>
  </p:notesMasterIdLst>
  <p:sldIdLst>
    <p:sldId id="256" r:id="rId3"/>
    <p:sldId id="257" r:id="rId4"/>
    <p:sldId id="264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swald" panose="00000500000000000000" pitchFamily="2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87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7330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4111ca19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4111ca19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4a06501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4a06501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4111ca19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4111ca19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54111ca19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54111ca19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fZWK02i6WtokRJ8qcsLDlaAqzhotrX77/view?usp=drive_lin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www.linkedin.com/in/donald-kouassi-0a38841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2496725"/>
            <a:ext cx="9144000" cy="2646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1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4034750" y="1546400"/>
            <a:ext cx="1011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2532425" y="1342425"/>
            <a:ext cx="1856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2078975" y="2103800"/>
            <a:ext cx="40989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0" y="0"/>
            <a:ext cx="9144000" cy="24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</a:t>
            </a:r>
            <a:r>
              <a:rPr lang="en" sz="25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&lt;/</a:t>
            </a:r>
            <a:r>
              <a:rPr lang="en" sz="2500" b="1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CodeMind : </a:t>
            </a:r>
            <a:r>
              <a:rPr lang="fr-FR" sz="2500" b="1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Moteur de recherche sémantique de code</a:t>
            </a:r>
            <a:r>
              <a:rPr lang="en" sz="25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&gt;</a:t>
            </a: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lang="en" sz="25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&lt;/</a:t>
            </a:r>
            <a:r>
              <a:rPr lang="en" sz="2500" b="1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KOUASSI AUGUSTIN ALAIN DONALD</a:t>
            </a:r>
            <a:r>
              <a:rPr lang="en" sz="25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&gt;</a:t>
            </a: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4" name="Google Shape;104;p25" title="final projec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413" y="2661188"/>
            <a:ext cx="2313975" cy="23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CodeMind</a:t>
            </a:r>
            <a:endParaRPr dirty="0"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Description of your project : </a:t>
            </a:r>
            <a:r>
              <a:rPr lang="fr-FR" b="1" dirty="0">
                <a:solidFill>
                  <a:schemeClr val="tx1"/>
                </a:solidFill>
              </a:rPr>
              <a:t>Moteur de recherche sémantique de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tx1"/>
              </a:solidFill>
            </a:endParaRPr>
          </a:p>
          <a:p>
            <a:r>
              <a:rPr lang="fr-FR" dirty="0"/>
              <a:t>Le projet consiste à développer une application intelligente capable de retrouver des fonctions ou des extraits de code à partir d'une description en langage naturel, plutôt qu'à partir de simples mots-clés. Par exemple, un développeur peut écrire </a:t>
            </a:r>
            <a:r>
              <a:rPr lang="fr-FR" i="1" dirty="0"/>
              <a:t>« fonction qui lit un fichier CSV et supprime les valeurs manquantes »</a:t>
            </a:r>
            <a:r>
              <a:rPr lang="fr-FR" dirty="0"/>
              <a:t>, et le système renverra automatiquement les fonctions les plus pertinentes, même si elles ne contiennent pas exactement ces mots.</a:t>
            </a:r>
          </a:p>
          <a:p>
            <a:r>
              <a:rPr lang="fr-FR" dirty="0"/>
              <a:t>Pour y parvenir, le projet s'appuie sur des techniques d'intelligence artificielle modernes telles que les </a:t>
            </a:r>
            <a:r>
              <a:rPr lang="fr-FR" b="1" dirty="0"/>
              <a:t>Transformers</a:t>
            </a:r>
            <a:r>
              <a:rPr lang="fr-FR" dirty="0"/>
              <a:t>, les </a:t>
            </a:r>
            <a:r>
              <a:rPr lang="fr-FR" b="1" dirty="0"/>
              <a:t>représentations vectorielles (</a:t>
            </a:r>
            <a:r>
              <a:rPr lang="fr-FR" b="1" dirty="0" err="1"/>
              <a:t>embeddings</a:t>
            </a:r>
            <a:r>
              <a:rPr lang="fr-FR" b="1" dirty="0"/>
              <a:t>)</a:t>
            </a:r>
            <a:r>
              <a:rPr lang="fr-FR" dirty="0"/>
              <a:t> du code et du texte, ainsi qu'un </a:t>
            </a:r>
            <a:r>
              <a:rPr lang="fr-FR" b="1" dirty="0"/>
              <a:t>index vectoriel FAISS</a:t>
            </a:r>
            <a:r>
              <a:rPr lang="fr-FR" dirty="0"/>
              <a:t> permettant une recherche rapide parmi des centaines de milliers de fonctions issues du jeu de données officiel </a:t>
            </a:r>
            <a:r>
              <a:rPr lang="fr-FR" b="1" dirty="0" err="1"/>
              <a:t>CodeSearchNet</a:t>
            </a:r>
            <a:r>
              <a:rPr lang="fr-FR" dirty="0"/>
              <a:t>. Les résultats sont ensuite classés par pertinence et peuvent être accompagnés d'une explication afin de faciliter leur compréhension.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lang="en" dirty="0"/>
          </a:p>
        </p:txBody>
      </p:sp>
      <p:sp>
        <p:nvSpPr>
          <p:cNvPr id="111" name="Google Shape;111;p26"/>
          <p:cNvSpPr txBox="1">
            <a:spLocks noGrp="1"/>
          </p:cNvSpPr>
          <p:nvPr>
            <p:ph type="title"/>
          </p:nvPr>
        </p:nvSpPr>
        <p:spPr>
          <a:xfrm>
            <a:off x="4567200" y="297150"/>
            <a:ext cx="42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1 min max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CodeMind</a:t>
            </a:r>
            <a:endParaRPr dirty="0"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Description of your project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What problem/ or need does your project solve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Explain the business problem (if there is one)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lang="en" dirty="0"/>
          </a:p>
        </p:txBody>
      </p:sp>
      <p:sp>
        <p:nvSpPr>
          <p:cNvPr id="111" name="Google Shape;111;p26"/>
          <p:cNvSpPr txBox="1">
            <a:spLocks noGrp="1"/>
          </p:cNvSpPr>
          <p:nvPr>
            <p:ph type="title"/>
          </p:nvPr>
        </p:nvSpPr>
        <p:spPr>
          <a:xfrm>
            <a:off x="4567200" y="297150"/>
            <a:ext cx="42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1 min max</a:t>
            </a:r>
            <a:endParaRPr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98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of technical stack used in my project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What tools and languages you used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ONLY BULLET POINTS - write if it’s a topic you learned in the bootcamp or by yourself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title"/>
          </p:nvPr>
        </p:nvSpPr>
        <p:spPr>
          <a:xfrm>
            <a:off x="4567200" y="297150"/>
            <a:ext cx="42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30sec max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list</a:t>
            </a:r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List the functionalities you created</a:t>
            </a:r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title"/>
          </p:nvPr>
        </p:nvSpPr>
        <p:spPr>
          <a:xfrm>
            <a:off x="4567200" y="297150"/>
            <a:ext cx="42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1 min max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Difficulties you managed to overcome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4294967295"/>
          </p:nvPr>
        </p:nvSpPr>
        <p:spPr>
          <a:xfrm>
            <a:off x="311700" y="3332575"/>
            <a:ext cx="8520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ONLY BULLET POINTS</a:t>
            </a:r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title" idx="4294967295"/>
          </p:nvPr>
        </p:nvSpPr>
        <p:spPr>
          <a:xfrm>
            <a:off x="4567200" y="244925"/>
            <a:ext cx="42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1 min max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311700" y="26607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My next step - functionalities you plan on implementing (OPTIONAL)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4" name="Google Shape;134;p29"/>
          <p:cNvSpPr txBox="1">
            <a:spLocks noGrp="1"/>
          </p:cNvSpPr>
          <p:nvPr>
            <p:ph type="body" idx="4294967295"/>
          </p:nvPr>
        </p:nvSpPr>
        <p:spPr>
          <a:xfrm>
            <a:off x="311700" y="752875"/>
            <a:ext cx="85206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ONLY BULLET POINTS</a:t>
            </a:r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title" idx="4294967295"/>
          </p:nvPr>
        </p:nvSpPr>
        <p:spPr>
          <a:xfrm>
            <a:off x="4797925" y="3112675"/>
            <a:ext cx="42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30sec max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SHOW THE 3minutes videos + SHOW some part of the code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30"/>
          <p:cNvSpPr txBox="1">
            <a:spLocks noGrp="1"/>
          </p:cNvSpPr>
          <p:nvPr>
            <p:ph type="body" idx="4294967295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3min screen-video link (CAN BE 2min also) - from LOOM or Google Drive (must be public)</a:t>
            </a:r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title" idx="4294967295"/>
          </p:nvPr>
        </p:nvSpPr>
        <p:spPr>
          <a:xfrm>
            <a:off x="4654800" y="1324175"/>
            <a:ext cx="42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4min max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43" name="Google Shape;143;p30"/>
          <p:cNvSpPr txBox="1">
            <a:spLocks noGrp="1"/>
          </p:cNvSpPr>
          <p:nvPr>
            <p:ph type="title" idx="4294967295"/>
          </p:nvPr>
        </p:nvSpPr>
        <p:spPr>
          <a:xfrm>
            <a:off x="267900" y="2103225"/>
            <a:ext cx="8608200" cy="2733900"/>
          </a:xfrm>
          <a:prstGeom prst="rect">
            <a:avLst/>
          </a:prstGeom>
          <a:ln w="952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accent5"/>
                </a:solidFill>
              </a:rPr>
              <a:t>IMPORTANT </a:t>
            </a:r>
            <a:r>
              <a:rPr lang="en" sz="2000">
                <a:solidFill>
                  <a:schemeClr val="accent5"/>
                </a:solidFill>
              </a:rPr>
              <a:t>: your PPT + the video + the questions from the jury is </a:t>
            </a:r>
            <a:r>
              <a:rPr lang="en" sz="2000" b="1" u="sng">
                <a:solidFill>
                  <a:schemeClr val="accent5"/>
                </a:solidFill>
              </a:rPr>
              <a:t>10min maximum</a:t>
            </a:r>
            <a:r>
              <a:rPr lang="en" sz="2000">
                <a:solidFill>
                  <a:schemeClr val="accent5"/>
                </a:solidFill>
              </a:rPr>
              <a:t>. </a:t>
            </a:r>
            <a:endParaRPr sz="20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We propose you do :</a:t>
            </a:r>
            <a:endParaRPr sz="2000">
              <a:solidFill>
                <a:schemeClr val="accent5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-"/>
            </a:pPr>
            <a:r>
              <a:rPr lang="en" sz="2000">
                <a:solidFill>
                  <a:schemeClr val="accent5"/>
                </a:solidFill>
              </a:rPr>
              <a:t>4min PPT</a:t>
            </a:r>
            <a:endParaRPr sz="2000">
              <a:solidFill>
                <a:schemeClr val="accent5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-"/>
            </a:pPr>
            <a:r>
              <a:rPr lang="en" sz="2000">
                <a:solidFill>
                  <a:schemeClr val="accent5"/>
                </a:solidFill>
              </a:rPr>
              <a:t>4min video and code presentation</a:t>
            </a:r>
            <a:endParaRPr sz="2000">
              <a:solidFill>
                <a:schemeClr val="accent5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-"/>
            </a:pPr>
            <a:r>
              <a:rPr lang="en" sz="2000">
                <a:solidFill>
                  <a:schemeClr val="accent5"/>
                </a:solidFill>
              </a:rPr>
              <a:t>2min question</a:t>
            </a:r>
            <a:endParaRPr sz="20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If you want more time for questions or to show us your project features, reduce the time of the PPT to the minimum.</a:t>
            </a:r>
            <a:endParaRPr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 (For PSTB Team Only – Not for Presentation)</a:t>
            </a:r>
            <a:endParaRPr/>
          </a:p>
        </p:txBody>
      </p:sp>
      <p:sp>
        <p:nvSpPr>
          <p:cNvPr id="149" name="Google Shape;14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Github link </a:t>
            </a:r>
            <a:r>
              <a:rPr lang="en" dirty="0"/>
              <a:t>(PUBLIC REPO)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2-mn video link (CAN BE 3 or 4 minutes max) - from LOOM or Google Drive (must be public)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OPTIONAL : Medium article link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832300" cy="6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(For PSTB Team Only – Not for Presentation)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CV link </a:t>
            </a:r>
            <a:r>
              <a:rPr lang="en" dirty="0"/>
              <a:t>: </a:t>
            </a:r>
            <a:r>
              <a:rPr lang="fr-FR" b="1" dirty="0">
                <a:solidFill>
                  <a:schemeClr val="tx1"/>
                </a:solidFill>
                <a:hlinkClick r:id="rId3"/>
              </a:rPr>
              <a:t>https://drive.google.com/file/d/1fZWK02i6WtokRJ8qcsLDlaAqzhotrX77/view?usp=drive_link</a:t>
            </a:r>
            <a:endParaRPr lang="fr-FR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Linkedin link </a:t>
            </a:r>
            <a:r>
              <a:rPr lang="en" dirty="0"/>
              <a:t>: </a:t>
            </a:r>
            <a:r>
              <a:rPr lang="fr-FR" b="1" dirty="0">
                <a:solidFill>
                  <a:schemeClr val="tx1"/>
                </a:solidFill>
                <a:hlinkClick r:id="rId4" tooltip="www.linkedin.com/in/donald-kouassi-0a3884199"/>
              </a:rPr>
              <a:t>www.linkedin.com/in/donald-kouassi-0a3884199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489</Words>
  <Application>Microsoft Office PowerPoint</Application>
  <PresentationFormat>Affichage à l'écran (16:9)</PresentationFormat>
  <Paragraphs>55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Calibri</vt:lpstr>
      <vt:lpstr>Oswald</vt:lpstr>
      <vt:lpstr>Arial</vt:lpstr>
      <vt:lpstr>Simple Dark</vt:lpstr>
      <vt:lpstr>Simple Dark</vt:lpstr>
      <vt:lpstr>Présentation PowerPoint</vt:lpstr>
      <vt:lpstr>CodeMind</vt:lpstr>
      <vt:lpstr>CodeMind</vt:lpstr>
      <vt:lpstr>Stack</vt:lpstr>
      <vt:lpstr>Features list</vt:lpstr>
      <vt:lpstr>Time of presentation : 1 min max</vt:lpstr>
      <vt:lpstr>Time of presentation : 4min max</vt:lpstr>
      <vt:lpstr>Links (For PSTB Team Only – Not for Presentation)</vt:lpstr>
      <vt:lpstr>Job (For PSTB Team Only – Not for Presentation)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AUGUSTIN ALAIN DONALD KOUASSI</cp:lastModifiedBy>
  <cp:revision>6</cp:revision>
  <dcterms:modified xsi:type="dcterms:W3CDTF">2026-07-21T13:17:35Z</dcterms:modified>
</cp:coreProperties>
</file>